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>
        <p:scale>
          <a:sx n="142" d="100"/>
          <a:sy n="142" d="100"/>
        </p:scale>
        <p:origin x="-276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43CD-E0C4-FDD6-9FDB-5BAD88DF1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1BC86-3B13-3D4B-DA64-1E275D72A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E77E0-AEEC-DDC7-D2A8-6BE0445D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0489B-B1B8-FC5D-8DC2-229DB769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594F-7D78-CFB8-6403-13E0256B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6862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14FA-AF80-6CE4-CAB6-49EF742B4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457F9-F6E9-0CBA-B31E-CA2DE127D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4F55-14CF-52C3-8E0A-9ED5EC7A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6EC19-F309-7B73-AB39-CA8B8A7D9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ACEA-1B90-69B8-14F7-FC2CFD9A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6093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DC7F-A94A-685A-B03A-B88178EC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D6F4-6C4E-20DE-FBEF-CDA2B8A59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F3AA9-DCA8-049C-9483-D38BA868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C208-EE98-74F3-4774-1B9097DA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B8C28-F4E5-8D2F-7C7B-2E4D63C90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448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EC89-97BE-8A0C-FA29-4FC06E8AC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F2361-151D-59E6-CE2C-1C7C8FC89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413AC-5747-EACE-6BC2-426122C2B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9A33A-19DC-76B1-C297-70E192ED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80E95-070C-DDC8-E615-2ACB65FD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18DDA-0B59-16ED-7422-0B00AF45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430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DDC4-7B4A-9687-EB11-806508C5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6E958-5AF3-E806-AA85-09E3AE248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249DF-B981-C211-1DBE-40E3A9BF6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FD4535-C6E5-3A5D-9364-380ABCEF6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2E8A4-3E64-7198-9B17-5D7DA154D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B3CAB-CEB5-7985-2500-BF28FDCB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452E6-2E9D-B7C6-31AD-EB1723E7C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E3A65-5EB0-72DD-C2F9-31FF44D6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882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BE326-E55B-CF1A-7D93-31384703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24F50-ABDE-27B9-1798-D591F9ED6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AEE91-0F43-F93A-512E-91216DB1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07361-554E-479B-89CE-D97C894A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58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1867E-9C62-CCEC-EE5E-9100B288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206EB3-D5ED-986A-14FB-D62D35DB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EDB9F-B881-120D-B24C-34CE96BD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9347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8F091-5C41-8E6D-6FEF-EF70B822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6DB6-10E7-DFDD-E673-550EF6C5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9B150-EBCA-98D3-7CD5-ABCFC7CFD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D059E-37D3-BB88-C1A9-6B45500D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E15F-71E4-CB48-6660-5C98549D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EF504-5B1C-DC1C-5DB7-7BA6FBFE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8918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2A15-415F-9F23-01AE-1E18A033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A6695-B4E7-954D-ADD2-517171293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B8790-DBA9-8716-4877-2D1B8EECA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9EC9C-1DCE-8BE3-0E09-F541BD04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0B413-73D0-7B44-7223-4E5834F1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B5703-07D7-CD91-49DF-AB85FF7E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978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E759-8F95-7ADA-41FF-5E7D281B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AFAF8-7DFF-E3A2-6301-80C9DB3CB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B0066-6C3B-C8AA-F826-9A918EE5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A2533-321E-4B40-7167-6AD762EC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96E4-4CA0-8665-C01E-40C131E5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638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34FC8E-CCAC-1ACD-9022-A63477434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81FA8-CA0F-D012-AD6D-EF58D2A40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1B252-4509-D05F-B290-557A498A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B8534-1036-71E3-D05B-8923305B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EA93E-5557-FD0D-08A3-4AB4AEC0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478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8E432-0632-7FAF-6D28-164BBA24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27C26-9E8C-628C-F368-E619D89E7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BB30B-BBE8-9F34-2912-D53D871A1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3CD5F-D92B-4CDC-ABC0-36DB8322152F}" type="datetimeFigureOut">
              <a:rPr lang="en-SG" smtClean="0"/>
              <a:t>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26339-2C21-FB70-F0A7-EC16BCA9B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41EE-FBEB-6927-70B6-C2528999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A3F0CF-6605-4090-A0A3-66C1DD88A0D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256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F7EBACF0-AB59-3196-0616-621CE1AC2AEC}"/>
              </a:ext>
            </a:extLst>
          </p:cNvPr>
          <p:cNvGrpSpPr/>
          <p:nvPr/>
        </p:nvGrpSpPr>
        <p:grpSpPr>
          <a:xfrm>
            <a:off x="4149969" y="914400"/>
            <a:ext cx="4290646" cy="5430129"/>
            <a:chOff x="4149969" y="914400"/>
            <a:chExt cx="4290646" cy="543012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BF66E5E-9397-6A28-9961-D7AD9EE44F27}"/>
                </a:ext>
              </a:extLst>
            </p:cNvPr>
            <p:cNvGrpSpPr/>
            <p:nvPr/>
          </p:nvGrpSpPr>
          <p:grpSpPr>
            <a:xfrm>
              <a:off x="4149969" y="914400"/>
              <a:ext cx="4290646" cy="5430129"/>
              <a:chOff x="4149969" y="914400"/>
              <a:chExt cx="4290646" cy="5430129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072C86E-A11A-8FA6-E27F-36131645A30C}"/>
                  </a:ext>
                </a:extLst>
              </p:cNvPr>
              <p:cNvSpPr/>
              <p:nvPr/>
            </p:nvSpPr>
            <p:spPr>
              <a:xfrm>
                <a:off x="4149969" y="914400"/>
                <a:ext cx="4290646" cy="543012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2A3AAC0-3F8F-8C9E-DFFD-52B4D789802D}"/>
                  </a:ext>
                </a:extLst>
              </p:cNvPr>
              <p:cNvGrpSpPr/>
              <p:nvPr/>
            </p:nvGrpSpPr>
            <p:grpSpPr>
              <a:xfrm>
                <a:off x="4436012" y="1183050"/>
                <a:ext cx="3375667" cy="4874890"/>
                <a:chOff x="4436012" y="1183050"/>
                <a:chExt cx="3375667" cy="4874890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F01F73DD-18FC-13F8-EC8B-3A78F2A8A6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843516" y="1183050"/>
                  <a:ext cx="504967" cy="504967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F982C987-837C-5038-A377-4836BE079D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9605" y="1968205"/>
                  <a:ext cx="892790" cy="892790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4790AB43-15E0-936B-452E-84E3B6EDD8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05558" y="3268983"/>
                  <a:ext cx="580884" cy="580884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B9587755-9C5B-BAAC-F659-AE0743DA93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68721" y="4103771"/>
                  <a:ext cx="580884" cy="580884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F375EECA-5596-0D18-F331-FD9EE08B3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05557" y="4103771"/>
                  <a:ext cx="580884" cy="580884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773884BB-C8ED-56CC-4B34-2AEB1735C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22233" y="4103771"/>
                  <a:ext cx="580884" cy="580884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E8B5177-2A12-58BC-BBF6-8FCBDF10AEF4}"/>
                    </a:ext>
                  </a:extLst>
                </p:cNvPr>
                <p:cNvSpPr txBox="1"/>
                <p:nvPr/>
              </p:nvSpPr>
              <p:spPr>
                <a:xfrm>
                  <a:off x="6382655" y="4366354"/>
                  <a:ext cx="3433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SG" dirty="0"/>
                    <a:t>…</a:t>
                  </a:r>
                </a:p>
              </p:txBody>
            </p:sp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4AD7F46-195D-C98A-52A8-8278CF20E7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13010" y="5291960"/>
                  <a:ext cx="765980" cy="765980"/>
                </a:xfrm>
                <a:prstGeom prst="rect">
                  <a:avLst/>
                </a:prstGeom>
              </p:spPr>
            </p:pic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9C5157A7-3AF9-AD88-7DA3-9A2B14E18A35}"/>
                    </a:ext>
                  </a:extLst>
                </p:cNvPr>
                <p:cNvSpPr/>
                <p:nvPr/>
              </p:nvSpPr>
              <p:spPr>
                <a:xfrm>
                  <a:off x="4436012" y="3193376"/>
                  <a:ext cx="3319976" cy="164451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C09E58CC-E959-E282-0600-1BE22D435C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1707472"/>
                  <a:ext cx="0" cy="30707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730264DE-EB55-4665-63C5-DF87F7C18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9" y="2803299"/>
                  <a:ext cx="0" cy="30707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8C2E049-C685-8EC7-5090-2030BE7D9343}"/>
                    </a:ext>
                  </a:extLst>
                </p:cNvPr>
                <p:cNvSpPr txBox="1"/>
                <p:nvPr/>
              </p:nvSpPr>
              <p:spPr>
                <a:xfrm>
                  <a:off x="6382655" y="3460554"/>
                  <a:ext cx="53251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SG" sz="800" dirty="0"/>
                    <a:t>Routing </a:t>
                  </a:r>
                </a:p>
                <a:p>
                  <a:pPr algn="ctr"/>
                  <a:r>
                    <a:rPr lang="en-SG" sz="800" dirty="0"/>
                    <a:t>Agent</a:t>
                  </a:r>
                </a:p>
              </p:txBody>
            </p:sp>
            <p:cxnSp>
              <p:nvCxnSpPr>
                <p:cNvPr id="30" name="Connector: Elbow 29">
                  <a:extLst>
                    <a:ext uri="{FF2B5EF4-FFF2-40B4-BE49-F238E27FC236}">
                      <a16:creationId xmlns:a16="http://schemas.microsoft.com/office/drawing/2014/main" id="{B68260B9-C1EF-3E36-28E4-37B0B5DED902}"/>
                    </a:ext>
                  </a:extLst>
                </p:cNvPr>
                <p:cNvCxnSpPr>
                  <a:stCxn id="13" idx="2"/>
                  <a:endCxn id="14" idx="0"/>
                </p:cNvCxnSpPr>
                <p:nvPr/>
              </p:nvCxnSpPr>
              <p:spPr>
                <a:xfrm rot="5400000">
                  <a:off x="5600630" y="3608401"/>
                  <a:ext cx="253904" cy="736837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or: Elbow 31">
                  <a:extLst>
                    <a:ext uri="{FF2B5EF4-FFF2-40B4-BE49-F238E27FC236}">
                      <a16:creationId xmlns:a16="http://schemas.microsoft.com/office/drawing/2014/main" id="{CB0BFAEA-D3A8-4EB5-87CE-0FE5C1CB0C6D}"/>
                    </a:ext>
                  </a:extLst>
                </p:cNvPr>
                <p:cNvCxnSpPr>
                  <a:stCxn id="13" idx="2"/>
                  <a:endCxn id="15" idx="0"/>
                </p:cNvCxnSpPr>
                <p:nvPr/>
              </p:nvCxnSpPr>
              <p:spPr>
                <a:xfrm rot="5400000">
                  <a:off x="5969048" y="3976819"/>
                  <a:ext cx="253904" cy="1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or: Elbow 32">
                  <a:extLst>
                    <a:ext uri="{FF2B5EF4-FFF2-40B4-BE49-F238E27FC236}">
                      <a16:creationId xmlns:a16="http://schemas.microsoft.com/office/drawing/2014/main" id="{8FEB4FE7-380A-1F34-ABCA-42E7C83E81F2}"/>
                    </a:ext>
                  </a:extLst>
                </p:cNvPr>
                <p:cNvCxnSpPr>
                  <a:cxnSpLocks/>
                  <a:stCxn id="13" idx="2"/>
                  <a:endCxn id="16" idx="0"/>
                </p:cNvCxnSpPr>
                <p:nvPr/>
              </p:nvCxnSpPr>
              <p:spPr>
                <a:xfrm rot="16200000" flipH="1">
                  <a:off x="6427385" y="3518481"/>
                  <a:ext cx="253904" cy="916675"/>
                </a:xfrm>
                <a:prstGeom prst="bentConnector3">
                  <a:avLst>
                    <a:gd name="adj1" fmla="val 50000"/>
                  </a:avLst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B1ECA2-C127-A437-15EC-8A70BC528DFA}"/>
                    </a:ext>
                  </a:extLst>
                </p:cNvPr>
                <p:cNvSpPr txBox="1"/>
                <p:nvPr/>
              </p:nvSpPr>
              <p:spPr>
                <a:xfrm>
                  <a:off x="7027489" y="3976818"/>
                  <a:ext cx="78419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SG" sz="800" dirty="0"/>
                    <a:t>Task-oriented </a:t>
                  </a:r>
                </a:p>
                <a:p>
                  <a:pPr algn="ctr"/>
                  <a:r>
                    <a:rPr lang="en-SG" sz="800" dirty="0"/>
                    <a:t>Agents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0CC7DB8B-4950-E34A-69C0-A8E73DBBA0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9" y="4894746"/>
                  <a:ext cx="0" cy="30707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or: Elbow 37">
                  <a:extLst>
                    <a:ext uri="{FF2B5EF4-FFF2-40B4-BE49-F238E27FC236}">
                      <a16:creationId xmlns:a16="http://schemas.microsoft.com/office/drawing/2014/main" id="{5621525F-495A-9DD8-548A-1B66DE062E02}"/>
                    </a:ext>
                  </a:extLst>
                </p:cNvPr>
                <p:cNvCxnSpPr>
                  <a:cxnSpLocks/>
                  <a:stCxn id="22" idx="3"/>
                  <a:endCxn id="9" idx="3"/>
                </p:cNvCxnSpPr>
                <p:nvPr/>
              </p:nvCxnSpPr>
              <p:spPr>
                <a:xfrm flipV="1">
                  <a:off x="6478990" y="2414600"/>
                  <a:ext cx="63405" cy="3260350"/>
                </a:xfrm>
                <a:prstGeom prst="bentConnector3">
                  <a:avLst>
                    <a:gd name="adj1" fmla="val 2782311"/>
                  </a:avLst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12B338-23E1-8A65-468F-68D73F07D4C6}"/>
                </a:ext>
              </a:extLst>
            </p:cNvPr>
            <p:cNvSpPr txBox="1"/>
            <p:nvPr/>
          </p:nvSpPr>
          <p:spPr>
            <a:xfrm>
              <a:off x="4681435" y="2267255"/>
              <a:ext cx="99578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800" dirty="0"/>
                <a:t>Web Chat Interface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FE53E1D-153F-33B8-3BBE-D82F599A3911}"/>
                </a:ext>
              </a:extLst>
            </p:cNvPr>
            <p:cNvSpPr txBox="1"/>
            <p:nvPr/>
          </p:nvSpPr>
          <p:spPr>
            <a:xfrm>
              <a:off x="4630463" y="5595050"/>
              <a:ext cx="108715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800" dirty="0"/>
                <a:t>Response Synthesizer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601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Quang Ha Ngo</dc:creator>
  <cp:lastModifiedBy>Quang Ha Ngo</cp:lastModifiedBy>
  <cp:revision>4</cp:revision>
  <dcterms:created xsi:type="dcterms:W3CDTF">2026-03-01T10:05:31Z</dcterms:created>
  <dcterms:modified xsi:type="dcterms:W3CDTF">2026-03-01T10:56:31Z</dcterms:modified>
</cp:coreProperties>
</file>